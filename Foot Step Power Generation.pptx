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70" r:id="rId8"/>
    <p:sldId id="261" r:id="rId9"/>
    <p:sldId id="263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Oswald" charset="0"/>
      <p:regular r:id="rId17"/>
      <p:bold r:id="rId18"/>
    </p:embeddedFont>
    <p:embeddedFont>
      <p:font typeface="Merriweather" charset="0"/>
      <p:regular r:id="rId19"/>
      <p:bold r:id="rId20"/>
      <p:italic r:id="rId21"/>
      <p:boldItalic r:id="rId22"/>
    </p:embeddedFont>
    <p:embeddedFont>
      <p:font typeface="Calibri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86445810-7A9F-4F19-9637-8FE7A9772A5F}">
  <a:tblStyle styleId="{86445810-7A9F-4F19-9637-8FE7A9772A5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-456" y="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52C214-527A-4947-8AB1-DEDEEE40B84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2B9340D-158B-4DED-9597-4DFFB2C7AB2F}">
      <dgm:prSet phldrT="[Text]"/>
      <dgm:spPr/>
      <dgm:t>
        <a:bodyPr/>
        <a:lstStyle/>
        <a:p>
          <a:r>
            <a:rPr lang="en-US" dirty="0"/>
            <a:t>CONVENTIONAL ENERGY SOURCE</a:t>
          </a:r>
          <a:endParaRPr lang="en-IN" dirty="0"/>
        </a:p>
      </dgm:t>
    </dgm:pt>
    <dgm:pt modelId="{96FC8AEB-41D7-4CB5-AB8D-91649BCA84B0}" type="parTrans" cxnId="{5BD2797C-C4D1-4468-9842-DC9B850B23E2}">
      <dgm:prSet/>
      <dgm:spPr/>
      <dgm:t>
        <a:bodyPr/>
        <a:lstStyle/>
        <a:p>
          <a:endParaRPr lang="en-IN"/>
        </a:p>
      </dgm:t>
    </dgm:pt>
    <dgm:pt modelId="{D2274312-8B92-42CA-879B-485818D1D850}" type="sibTrans" cxnId="{5BD2797C-C4D1-4468-9842-DC9B850B23E2}">
      <dgm:prSet/>
      <dgm:spPr/>
      <dgm:t>
        <a:bodyPr/>
        <a:lstStyle/>
        <a:p>
          <a:endParaRPr lang="en-IN"/>
        </a:p>
      </dgm:t>
    </dgm:pt>
    <dgm:pt modelId="{85B67F68-7A08-4082-A523-A9126C5B64FF}">
      <dgm:prSet phldrT="[Text]"/>
      <dgm:spPr/>
      <dgm:t>
        <a:bodyPr/>
        <a:lstStyle/>
        <a:p>
          <a:r>
            <a:rPr lang="en-US" dirty="0"/>
            <a:t>NON-CONVENTIONAL ENERGY SOURCE</a:t>
          </a:r>
          <a:endParaRPr lang="en-IN" dirty="0"/>
        </a:p>
      </dgm:t>
    </dgm:pt>
    <dgm:pt modelId="{8632FE29-AE19-4533-85FF-F5E155229A7C}" type="parTrans" cxnId="{CD5A33D4-150D-4C87-A4B7-6BE90F806215}">
      <dgm:prSet/>
      <dgm:spPr/>
      <dgm:t>
        <a:bodyPr/>
        <a:lstStyle/>
        <a:p>
          <a:endParaRPr lang="en-IN"/>
        </a:p>
      </dgm:t>
    </dgm:pt>
    <dgm:pt modelId="{95043FA6-A459-4EE7-9361-7F4E343FA08B}" type="sibTrans" cxnId="{CD5A33D4-150D-4C87-A4B7-6BE90F806215}">
      <dgm:prSet/>
      <dgm:spPr/>
      <dgm:t>
        <a:bodyPr/>
        <a:lstStyle/>
        <a:p>
          <a:endParaRPr lang="en-IN"/>
        </a:p>
      </dgm:t>
    </dgm:pt>
    <dgm:pt modelId="{3CA4821E-C309-4D32-BA73-EE3A1E9D2A98}">
      <dgm:prSet phldrT="[Text]"/>
      <dgm:spPr/>
      <dgm:t>
        <a:bodyPr/>
        <a:lstStyle/>
        <a:p>
          <a:r>
            <a:rPr lang="en-US" dirty="0"/>
            <a:t>AN ALTERNATE ENERGY SOURCE</a:t>
          </a:r>
          <a:endParaRPr lang="en-IN" dirty="0"/>
        </a:p>
      </dgm:t>
    </dgm:pt>
    <dgm:pt modelId="{94E32349-3D18-48E3-B86A-EE0B16A2F0C1}" type="parTrans" cxnId="{5882EAB1-572E-416B-BB71-1D37B15E2705}">
      <dgm:prSet/>
      <dgm:spPr/>
      <dgm:t>
        <a:bodyPr/>
        <a:lstStyle/>
        <a:p>
          <a:endParaRPr lang="en-IN"/>
        </a:p>
      </dgm:t>
    </dgm:pt>
    <dgm:pt modelId="{97A71523-A3BD-43FA-A036-32078107CB56}" type="sibTrans" cxnId="{5882EAB1-572E-416B-BB71-1D37B15E2705}">
      <dgm:prSet/>
      <dgm:spPr/>
      <dgm:t>
        <a:bodyPr/>
        <a:lstStyle/>
        <a:p>
          <a:endParaRPr lang="en-IN"/>
        </a:p>
      </dgm:t>
    </dgm:pt>
    <dgm:pt modelId="{B878BB42-94D2-4BF3-A92F-9399D0EA6793}" type="pres">
      <dgm:prSet presAssocID="{F752C214-527A-4947-8AB1-DEDEEE40B844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IN"/>
        </a:p>
      </dgm:t>
    </dgm:pt>
    <dgm:pt modelId="{12B51A95-5549-4266-83D4-3EF6319294A0}" type="pres">
      <dgm:prSet presAssocID="{F752C214-527A-4947-8AB1-DEDEEE40B844}" presName="Name1" presStyleCnt="0"/>
      <dgm:spPr/>
    </dgm:pt>
    <dgm:pt modelId="{293B9C9A-94A2-477D-95B7-7FA66C822E2D}" type="pres">
      <dgm:prSet presAssocID="{F752C214-527A-4947-8AB1-DEDEEE40B844}" presName="cycle" presStyleCnt="0"/>
      <dgm:spPr/>
    </dgm:pt>
    <dgm:pt modelId="{77732D97-1CF7-4610-AAF9-E1CFCF10CD8B}" type="pres">
      <dgm:prSet presAssocID="{F752C214-527A-4947-8AB1-DEDEEE40B844}" presName="srcNode" presStyleLbl="node1" presStyleIdx="0" presStyleCnt="3"/>
      <dgm:spPr/>
    </dgm:pt>
    <dgm:pt modelId="{6B50965D-3C27-466B-8A45-891BB085F06A}" type="pres">
      <dgm:prSet presAssocID="{F752C214-527A-4947-8AB1-DEDEEE40B844}" presName="conn" presStyleLbl="parChTrans1D2" presStyleIdx="0" presStyleCnt="1"/>
      <dgm:spPr/>
      <dgm:t>
        <a:bodyPr/>
        <a:lstStyle/>
        <a:p>
          <a:endParaRPr lang="en-IN"/>
        </a:p>
      </dgm:t>
    </dgm:pt>
    <dgm:pt modelId="{F55CB3C8-684F-493D-A06F-A3F97AC061E6}" type="pres">
      <dgm:prSet presAssocID="{F752C214-527A-4947-8AB1-DEDEEE40B844}" presName="extraNode" presStyleLbl="node1" presStyleIdx="0" presStyleCnt="3"/>
      <dgm:spPr/>
    </dgm:pt>
    <dgm:pt modelId="{E587C63D-CEDB-42A0-ACE7-5D47A424115F}" type="pres">
      <dgm:prSet presAssocID="{F752C214-527A-4947-8AB1-DEDEEE40B844}" presName="dstNode" presStyleLbl="node1" presStyleIdx="0" presStyleCnt="3"/>
      <dgm:spPr/>
    </dgm:pt>
    <dgm:pt modelId="{5563C0D9-8964-4B85-90F4-DD17045461CE}" type="pres">
      <dgm:prSet presAssocID="{E2B9340D-158B-4DED-9597-4DFFB2C7AB2F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FE6C2F0-4464-4280-9367-F752FD3DE870}" type="pres">
      <dgm:prSet presAssocID="{E2B9340D-158B-4DED-9597-4DFFB2C7AB2F}" presName="accent_1" presStyleCnt="0"/>
      <dgm:spPr/>
    </dgm:pt>
    <dgm:pt modelId="{1B365ACE-99DC-426C-B594-46AB0A4FC4D6}" type="pres">
      <dgm:prSet presAssocID="{E2B9340D-158B-4DED-9597-4DFFB2C7AB2F}" presName="accentRepeatNode" presStyleLbl="solidFgAcc1" presStyleIdx="0" presStyleCnt="3"/>
      <dgm:spPr/>
    </dgm:pt>
    <dgm:pt modelId="{80081A46-2D43-462D-8DAB-CBDCF9B18D84}" type="pres">
      <dgm:prSet presAssocID="{85B67F68-7A08-4082-A523-A9126C5B64FF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4BA8437-982F-43AC-A4FC-F74E51C5EC56}" type="pres">
      <dgm:prSet presAssocID="{85B67F68-7A08-4082-A523-A9126C5B64FF}" presName="accent_2" presStyleCnt="0"/>
      <dgm:spPr/>
    </dgm:pt>
    <dgm:pt modelId="{5C4D04BC-F304-4657-9908-FC127863FCC4}" type="pres">
      <dgm:prSet presAssocID="{85B67F68-7A08-4082-A523-A9126C5B64FF}" presName="accentRepeatNode" presStyleLbl="solidFgAcc1" presStyleIdx="1" presStyleCnt="3"/>
      <dgm:spPr/>
    </dgm:pt>
    <dgm:pt modelId="{05E05F3A-F712-460C-8636-260DF8358BCD}" type="pres">
      <dgm:prSet presAssocID="{3CA4821E-C309-4D32-BA73-EE3A1E9D2A98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D7E6F9D-BB44-492A-8949-5A01E5803D6E}" type="pres">
      <dgm:prSet presAssocID="{3CA4821E-C309-4D32-BA73-EE3A1E9D2A98}" presName="accent_3" presStyleCnt="0"/>
      <dgm:spPr/>
    </dgm:pt>
    <dgm:pt modelId="{BB73407E-9861-4E60-918C-B55319018E52}" type="pres">
      <dgm:prSet presAssocID="{3CA4821E-C309-4D32-BA73-EE3A1E9D2A98}" presName="accentRepeatNode" presStyleLbl="solidFgAcc1" presStyleIdx="2" presStyleCnt="3"/>
      <dgm:spPr/>
    </dgm:pt>
  </dgm:ptLst>
  <dgm:cxnLst>
    <dgm:cxn modelId="{42413621-A3F5-4835-840E-3F538C5B20B6}" type="presOf" srcId="{3CA4821E-C309-4D32-BA73-EE3A1E9D2A98}" destId="{05E05F3A-F712-460C-8636-260DF8358BCD}" srcOrd="0" destOrd="0" presId="urn:microsoft.com/office/officeart/2008/layout/VerticalCurvedList"/>
    <dgm:cxn modelId="{7944160B-E0FC-4A55-8F1B-A989353D2079}" type="presOf" srcId="{D2274312-8B92-42CA-879B-485818D1D850}" destId="{6B50965D-3C27-466B-8A45-891BB085F06A}" srcOrd="0" destOrd="0" presId="urn:microsoft.com/office/officeart/2008/layout/VerticalCurvedList"/>
    <dgm:cxn modelId="{825CC3E1-4D65-49A0-914E-4803D05B454A}" type="presOf" srcId="{E2B9340D-158B-4DED-9597-4DFFB2C7AB2F}" destId="{5563C0D9-8964-4B85-90F4-DD17045461CE}" srcOrd="0" destOrd="0" presId="urn:microsoft.com/office/officeart/2008/layout/VerticalCurvedList"/>
    <dgm:cxn modelId="{2E3A4A64-D214-4C67-A325-5548F999CEFC}" type="presOf" srcId="{F752C214-527A-4947-8AB1-DEDEEE40B844}" destId="{B878BB42-94D2-4BF3-A92F-9399D0EA6793}" srcOrd="0" destOrd="0" presId="urn:microsoft.com/office/officeart/2008/layout/VerticalCurvedList"/>
    <dgm:cxn modelId="{CD5A33D4-150D-4C87-A4B7-6BE90F806215}" srcId="{F752C214-527A-4947-8AB1-DEDEEE40B844}" destId="{85B67F68-7A08-4082-A523-A9126C5B64FF}" srcOrd="1" destOrd="0" parTransId="{8632FE29-AE19-4533-85FF-F5E155229A7C}" sibTransId="{95043FA6-A459-4EE7-9361-7F4E343FA08B}"/>
    <dgm:cxn modelId="{3BB82CA0-23AA-4EC5-BEE6-24C651AB5309}" type="presOf" srcId="{85B67F68-7A08-4082-A523-A9126C5B64FF}" destId="{80081A46-2D43-462D-8DAB-CBDCF9B18D84}" srcOrd="0" destOrd="0" presId="urn:microsoft.com/office/officeart/2008/layout/VerticalCurvedList"/>
    <dgm:cxn modelId="{5BD2797C-C4D1-4468-9842-DC9B850B23E2}" srcId="{F752C214-527A-4947-8AB1-DEDEEE40B844}" destId="{E2B9340D-158B-4DED-9597-4DFFB2C7AB2F}" srcOrd="0" destOrd="0" parTransId="{96FC8AEB-41D7-4CB5-AB8D-91649BCA84B0}" sibTransId="{D2274312-8B92-42CA-879B-485818D1D850}"/>
    <dgm:cxn modelId="{5882EAB1-572E-416B-BB71-1D37B15E2705}" srcId="{F752C214-527A-4947-8AB1-DEDEEE40B844}" destId="{3CA4821E-C309-4D32-BA73-EE3A1E9D2A98}" srcOrd="2" destOrd="0" parTransId="{94E32349-3D18-48E3-B86A-EE0B16A2F0C1}" sibTransId="{97A71523-A3BD-43FA-A036-32078107CB56}"/>
    <dgm:cxn modelId="{BEFC1722-A1B5-4323-A1C8-192212C655ED}" type="presParOf" srcId="{B878BB42-94D2-4BF3-A92F-9399D0EA6793}" destId="{12B51A95-5549-4266-83D4-3EF6319294A0}" srcOrd="0" destOrd="0" presId="urn:microsoft.com/office/officeart/2008/layout/VerticalCurvedList"/>
    <dgm:cxn modelId="{10E2BFA2-7FE1-4650-8066-68D0EFC68F35}" type="presParOf" srcId="{12B51A95-5549-4266-83D4-3EF6319294A0}" destId="{293B9C9A-94A2-477D-95B7-7FA66C822E2D}" srcOrd="0" destOrd="0" presId="urn:microsoft.com/office/officeart/2008/layout/VerticalCurvedList"/>
    <dgm:cxn modelId="{9E2C9C11-993F-4425-A20F-9EBB30E6439E}" type="presParOf" srcId="{293B9C9A-94A2-477D-95B7-7FA66C822E2D}" destId="{77732D97-1CF7-4610-AAF9-E1CFCF10CD8B}" srcOrd="0" destOrd="0" presId="urn:microsoft.com/office/officeart/2008/layout/VerticalCurvedList"/>
    <dgm:cxn modelId="{8CC68C97-C884-4C01-82AD-46B1412A2A53}" type="presParOf" srcId="{293B9C9A-94A2-477D-95B7-7FA66C822E2D}" destId="{6B50965D-3C27-466B-8A45-891BB085F06A}" srcOrd="1" destOrd="0" presId="urn:microsoft.com/office/officeart/2008/layout/VerticalCurvedList"/>
    <dgm:cxn modelId="{834E8D1F-BE7B-44EF-AB7A-2FF88E66EDB1}" type="presParOf" srcId="{293B9C9A-94A2-477D-95B7-7FA66C822E2D}" destId="{F55CB3C8-684F-493D-A06F-A3F97AC061E6}" srcOrd="2" destOrd="0" presId="urn:microsoft.com/office/officeart/2008/layout/VerticalCurvedList"/>
    <dgm:cxn modelId="{68DE932D-F3F4-462F-8B02-43E15B92B6CC}" type="presParOf" srcId="{293B9C9A-94A2-477D-95B7-7FA66C822E2D}" destId="{E587C63D-CEDB-42A0-ACE7-5D47A424115F}" srcOrd="3" destOrd="0" presId="urn:microsoft.com/office/officeart/2008/layout/VerticalCurvedList"/>
    <dgm:cxn modelId="{773AFE8A-A40F-4FE9-819B-DB0EC4B4EB12}" type="presParOf" srcId="{12B51A95-5549-4266-83D4-3EF6319294A0}" destId="{5563C0D9-8964-4B85-90F4-DD17045461CE}" srcOrd="1" destOrd="0" presId="urn:microsoft.com/office/officeart/2008/layout/VerticalCurvedList"/>
    <dgm:cxn modelId="{7E384E33-3D85-4E77-865B-AE3886C77B4B}" type="presParOf" srcId="{12B51A95-5549-4266-83D4-3EF6319294A0}" destId="{FFE6C2F0-4464-4280-9367-F752FD3DE870}" srcOrd="2" destOrd="0" presId="urn:microsoft.com/office/officeart/2008/layout/VerticalCurvedList"/>
    <dgm:cxn modelId="{C1906FE0-1B40-4621-AF9D-EAB5ABD7AE9D}" type="presParOf" srcId="{FFE6C2F0-4464-4280-9367-F752FD3DE870}" destId="{1B365ACE-99DC-426C-B594-46AB0A4FC4D6}" srcOrd="0" destOrd="0" presId="urn:microsoft.com/office/officeart/2008/layout/VerticalCurvedList"/>
    <dgm:cxn modelId="{05F80769-B793-4676-85A0-910C4FD0253C}" type="presParOf" srcId="{12B51A95-5549-4266-83D4-3EF6319294A0}" destId="{80081A46-2D43-462D-8DAB-CBDCF9B18D84}" srcOrd="3" destOrd="0" presId="urn:microsoft.com/office/officeart/2008/layout/VerticalCurvedList"/>
    <dgm:cxn modelId="{2A6A735C-2B99-4F98-81C0-B0FC88CD883A}" type="presParOf" srcId="{12B51A95-5549-4266-83D4-3EF6319294A0}" destId="{94BA8437-982F-43AC-A4FC-F74E51C5EC56}" srcOrd="4" destOrd="0" presId="urn:microsoft.com/office/officeart/2008/layout/VerticalCurvedList"/>
    <dgm:cxn modelId="{DCE1FBFF-7F74-49B6-92BA-2101C0CD3D8D}" type="presParOf" srcId="{94BA8437-982F-43AC-A4FC-F74E51C5EC56}" destId="{5C4D04BC-F304-4657-9908-FC127863FCC4}" srcOrd="0" destOrd="0" presId="urn:microsoft.com/office/officeart/2008/layout/VerticalCurvedList"/>
    <dgm:cxn modelId="{181142B6-380E-4E85-93DC-6CEF5B44B6B9}" type="presParOf" srcId="{12B51A95-5549-4266-83D4-3EF6319294A0}" destId="{05E05F3A-F712-460C-8636-260DF8358BCD}" srcOrd="5" destOrd="0" presId="urn:microsoft.com/office/officeart/2008/layout/VerticalCurvedList"/>
    <dgm:cxn modelId="{DB2A82B2-BA05-4234-8C41-A74908116816}" type="presParOf" srcId="{12B51A95-5549-4266-83D4-3EF6319294A0}" destId="{0D7E6F9D-BB44-492A-8949-5A01E5803D6E}" srcOrd="6" destOrd="0" presId="urn:microsoft.com/office/officeart/2008/layout/VerticalCurvedList"/>
    <dgm:cxn modelId="{BA30B5F4-524A-466B-9C76-808D70BB565D}" type="presParOf" srcId="{0D7E6F9D-BB44-492A-8949-5A01E5803D6E}" destId="{BB73407E-9861-4E60-918C-B55319018E5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50965D-3C27-466B-8A45-891BB085F06A}">
      <dsp:nvSpPr>
        <dsp:cNvPr id="0" name=""/>
        <dsp:cNvSpPr/>
      </dsp:nvSpPr>
      <dsp:spPr>
        <a:xfrm>
          <a:off x="-3859670" y="-592719"/>
          <a:ext cx="4600086" cy="4600086"/>
        </a:xfrm>
        <a:prstGeom prst="blockArc">
          <a:avLst>
            <a:gd name="adj1" fmla="val 18900000"/>
            <a:gd name="adj2" fmla="val 2700000"/>
            <a:gd name="adj3" fmla="val 47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63C0D9-8964-4B85-90F4-DD17045461CE}">
      <dsp:nvSpPr>
        <dsp:cNvPr id="0" name=""/>
        <dsp:cNvSpPr/>
      </dsp:nvSpPr>
      <dsp:spPr>
        <a:xfrm>
          <a:off x="476144" y="341464"/>
          <a:ext cx="5476380" cy="6829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2075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CONVENTIONAL ENERGY SOURCE</a:t>
          </a:r>
          <a:endParaRPr lang="en-IN" sz="2100" kern="1200" dirty="0"/>
        </a:p>
      </dsp:txBody>
      <dsp:txXfrm>
        <a:off x="476144" y="341464"/>
        <a:ext cx="5476380" cy="682929"/>
      </dsp:txXfrm>
    </dsp:sp>
    <dsp:sp modelId="{1B365ACE-99DC-426C-B594-46AB0A4FC4D6}">
      <dsp:nvSpPr>
        <dsp:cNvPr id="0" name=""/>
        <dsp:cNvSpPr/>
      </dsp:nvSpPr>
      <dsp:spPr>
        <a:xfrm>
          <a:off x="49313" y="256098"/>
          <a:ext cx="853662" cy="8536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081A46-2D43-462D-8DAB-CBDCF9B18D84}">
      <dsp:nvSpPr>
        <dsp:cNvPr id="0" name=""/>
        <dsp:cNvSpPr/>
      </dsp:nvSpPr>
      <dsp:spPr>
        <a:xfrm>
          <a:off x="724389" y="1365859"/>
          <a:ext cx="5228135" cy="6829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2075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NON-CONVENTIONAL ENERGY SOURCE</a:t>
          </a:r>
          <a:endParaRPr lang="en-IN" sz="2100" kern="1200" dirty="0"/>
        </a:p>
      </dsp:txBody>
      <dsp:txXfrm>
        <a:off x="724389" y="1365859"/>
        <a:ext cx="5228135" cy="682929"/>
      </dsp:txXfrm>
    </dsp:sp>
    <dsp:sp modelId="{5C4D04BC-F304-4657-9908-FC127863FCC4}">
      <dsp:nvSpPr>
        <dsp:cNvPr id="0" name=""/>
        <dsp:cNvSpPr/>
      </dsp:nvSpPr>
      <dsp:spPr>
        <a:xfrm>
          <a:off x="297558" y="1280492"/>
          <a:ext cx="853662" cy="8536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05F3A-F712-460C-8636-260DF8358BCD}">
      <dsp:nvSpPr>
        <dsp:cNvPr id="0" name=""/>
        <dsp:cNvSpPr/>
      </dsp:nvSpPr>
      <dsp:spPr>
        <a:xfrm>
          <a:off x="476144" y="2390253"/>
          <a:ext cx="5476380" cy="6829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2075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AN ALTERNATE ENERGY SOURCE</a:t>
          </a:r>
          <a:endParaRPr lang="en-IN" sz="2100" kern="1200" dirty="0"/>
        </a:p>
      </dsp:txBody>
      <dsp:txXfrm>
        <a:off x="476144" y="2390253"/>
        <a:ext cx="5476380" cy="682929"/>
      </dsp:txXfrm>
    </dsp:sp>
    <dsp:sp modelId="{BB73407E-9861-4E60-918C-B55319018E52}">
      <dsp:nvSpPr>
        <dsp:cNvPr id="0" name=""/>
        <dsp:cNvSpPr/>
      </dsp:nvSpPr>
      <dsp:spPr>
        <a:xfrm>
          <a:off x="49313" y="2304887"/>
          <a:ext cx="853662" cy="8536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23025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c0df66bc42_2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1c0df66bc42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c0e419fb6f_2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1c0e419fb6f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c0df66bc42_2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1c0df66bc42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c0df66bc42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c0df66bc42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c0df66bc42_2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1c0df66bc42_2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c0e419fb6f_2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1c0e419fb6f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c0e419fb6f_7_2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c0e419fb6f_7_2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c0e419fb6f_2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1c0e419fb6f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c0e419fb6f_2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1c0e419fb6f_2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c0e419fb6f_2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1c0e419fb6f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c0e419fb6f_2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1c0e419fb6f_2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c0df66bc42_2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1c0df66bc42_2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1c0df66bc42_2_1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3350360" y="2113635"/>
            <a:ext cx="5191970" cy="13743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3350360" y="3487980"/>
            <a:ext cx="5191971" cy="10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 i="0">
                <a:solidFill>
                  <a:schemeClr val="dk1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448965" y="433880"/>
            <a:ext cx="8246070" cy="61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448966" y="1350110"/>
            <a:ext cx="8246070" cy="3359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601670" y="433880"/>
            <a:ext cx="6260905" cy="572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3600"/>
              <a:buFont typeface="Calibri"/>
              <a:buNone/>
              <a:defRPr sz="3600">
                <a:solidFill>
                  <a:srgbClr val="E36C0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601670" y="1044700"/>
            <a:ext cx="6260905" cy="351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448964" y="281175"/>
            <a:ext cx="8246071" cy="61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536879" y="150281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536879" y="1934335"/>
            <a:ext cx="4040188" cy="2137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1pPr>
            <a:lvl2pPr marL="914400" lvl="1" indent="-35560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solidFill>
                  <a:schemeClr val="dk1"/>
                </a:solidFill>
              </a:defRPr>
            </a:lvl2pPr>
            <a:lvl3pPr marL="1371600" lvl="2" indent="-34290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3pPr>
            <a:lvl4pPr marL="1828800" lvl="3" indent="-33020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4pPr>
            <a:lvl5pPr marL="2286000" lvl="4" indent="-33020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3"/>
          </p:nvPr>
        </p:nvSpPr>
        <p:spPr>
          <a:xfrm>
            <a:off x="4572000" y="150281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4"/>
          </p:nvPr>
        </p:nvSpPr>
        <p:spPr>
          <a:xfrm>
            <a:off x="4572000" y="1934335"/>
            <a:ext cx="4041775" cy="2137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1pPr>
            <a:lvl2pPr marL="914400" lvl="1" indent="-35560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solidFill>
                  <a:schemeClr val="dk1"/>
                </a:solidFill>
              </a:defRPr>
            </a:lvl2pPr>
            <a:lvl3pPr marL="1371600" lvl="2" indent="-34290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3pPr>
            <a:lvl4pPr marL="1828800" lvl="3" indent="-33020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4pPr>
            <a:lvl5pPr marL="2286000" lvl="4" indent="-33020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5" descr="E:\websites\free-power-point-templates\2012\logo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AUTOLAYOU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6"/>
          <p:cNvSpPr/>
          <p:nvPr/>
        </p:nvSpPr>
        <p:spPr>
          <a:xfrm>
            <a:off x="0" y="0"/>
            <a:ext cx="3789300" cy="51435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265500" y="316700"/>
            <a:ext cx="3163500" cy="26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xfrm>
            <a:off x="4283675" y="316700"/>
            <a:ext cx="4407300" cy="3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sz="1800">
                <a:solidFill>
                  <a:srgbClr val="FFFFFF"/>
                </a:solidFill>
              </a:defRPr>
            </a:lvl1pPr>
            <a:lvl2pPr marL="914400" lvl="1" indent="-406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800"/>
              <a:buChar char="–"/>
              <a:defRPr sz="1400">
                <a:solidFill>
                  <a:srgbClr val="FFFFFF"/>
                </a:solidFill>
              </a:defRPr>
            </a:lvl2pPr>
            <a:lvl3pPr marL="1371600" lvl="2" indent="-381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 sz="1400">
                <a:solidFill>
                  <a:srgbClr val="FFFFFF"/>
                </a:solidFill>
              </a:defRPr>
            </a:lvl3pPr>
            <a:lvl4pPr marL="1828800" lvl="3" indent="-355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–"/>
              <a:defRPr sz="1400">
                <a:solidFill>
                  <a:srgbClr val="FFFFFF"/>
                </a:solidFill>
              </a:defRPr>
            </a:lvl4pPr>
            <a:lvl5pPr marL="2286000" lvl="4" indent="-355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»"/>
              <a:defRPr sz="1400">
                <a:solidFill>
                  <a:srgbClr val="FFFFFF"/>
                </a:solidFill>
              </a:defRPr>
            </a:lvl5pPr>
            <a:lvl6pPr marL="2743200" lvl="5" indent="-355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 sz="1400">
                <a:solidFill>
                  <a:srgbClr val="FFFFFF"/>
                </a:solidFill>
              </a:defRPr>
            </a:lvl6pPr>
            <a:lvl7pPr marL="3200400" lvl="6" indent="-355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 sz="1400">
                <a:solidFill>
                  <a:srgbClr val="FFFFFF"/>
                </a:solidFill>
              </a:defRPr>
            </a:lvl7pPr>
            <a:lvl8pPr marL="3657600" lvl="7" indent="-355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 sz="1400">
                <a:solidFill>
                  <a:srgbClr val="FFFFFF"/>
                </a:solidFill>
              </a:defRPr>
            </a:lvl8pPr>
            <a:lvl9pPr marL="4114800" lvl="8" indent="-355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000"/>
              <a:buChar char="•"/>
              <a:defRPr sz="1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This presentation uses a free template provided by FPPT.com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www.free-power-point-templates.com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ip.scitation.org/doi/abs/10.1063/1.5118105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smart-energy.com/industry-sectors/new-technology/energy-generated-from-footsteps-can-power-indias-green-revolution-study/" TargetMode="External"/><Relationship Id="rId4" Type="http://schemas.openxmlformats.org/officeDocument/2006/relationships/hyperlink" Target="https://www.ijraset.com/research-paper/footstep-power-generation-using-piezoelectric-sensor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ctrTitle"/>
          </p:nvPr>
        </p:nvSpPr>
        <p:spPr>
          <a:xfrm>
            <a:off x="3350360" y="2113635"/>
            <a:ext cx="5191970" cy="13743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GROUP 1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27"/>
          <p:cNvSpPr txBox="1">
            <a:spLocks noGrp="1"/>
          </p:cNvSpPr>
          <p:nvPr>
            <p:ph type="subTitle" idx="1"/>
          </p:nvPr>
        </p:nvSpPr>
        <p:spPr>
          <a:xfrm>
            <a:off x="4690050" y="3487975"/>
            <a:ext cx="3852300" cy="12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" sz="1500">
                <a:solidFill>
                  <a:schemeClr val="lt1"/>
                </a:solidFill>
              </a:rPr>
              <a:t>VAIBHAVI MILIND CHAUGHULE 204131005</a:t>
            </a:r>
            <a:endParaRPr sz="1500">
              <a:solidFill>
                <a:schemeClr val="lt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" sz="1500">
                <a:solidFill>
                  <a:schemeClr val="lt1"/>
                </a:solidFill>
              </a:rPr>
              <a:t>ASHISH MOTIRAM HEMBADE 204130018</a:t>
            </a:r>
            <a:endParaRPr sz="1500">
              <a:solidFill>
                <a:schemeClr val="lt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" sz="1500">
                <a:solidFill>
                  <a:schemeClr val="lt1"/>
                </a:solidFill>
              </a:rPr>
              <a:t>AKSHAY SHAILESH MHATRE 204130037</a:t>
            </a:r>
            <a:endParaRPr sz="1500">
              <a:solidFill>
                <a:schemeClr val="lt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" sz="1500">
                <a:solidFill>
                  <a:schemeClr val="lt1"/>
                </a:solidFill>
              </a:rPr>
              <a:t>NISHAD RAMESH NANAWARE 204130043</a:t>
            </a:r>
            <a:endParaRPr sz="1500">
              <a:solidFill>
                <a:schemeClr val="lt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" sz="1500">
                <a:solidFill>
                  <a:schemeClr val="lt1"/>
                </a:solidFill>
              </a:rPr>
              <a:t>SAKSHI JAGANNATH ROKADE 204131053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5123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00" y="118750"/>
            <a:ext cx="6481500" cy="3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/>
          <p:nvPr/>
        </p:nvSpPr>
        <p:spPr>
          <a:xfrm>
            <a:off x="4572000" y="2928050"/>
            <a:ext cx="4108500" cy="14250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8"/>
          <p:cNvSpPr txBox="1"/>
          <p:nvPr/>
        </p:nvSpPr>
        <p:spPr>
          <a:xfrm>
            <a:off x="4715975" y="3040250"/>
            <a:ext cx="3031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Oswald"/>
                <a:ea typeface="Oswald"/>
                <a:cs typeface="Oswald"/>
                <a:sym typeface="Oswald"/>
              </a:rPr>
              <a:t>FOOTSTEP POWER GENERATION</a:t>
            </a:r>
            <a:endParaRPr sz="33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" b="1" dirty="0"/>
              <a:t>CONTENTS</a:t>
            </a:r>
            <a:endParaRPr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7699789-ECB7-4BC8-FDB2-C6F021D45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965" y="1350110"/>
            <a:ext cx="3834277" cy="3359505"/>
          </a:xfrm>
        </p:spPr>
        <p:txBody>
          <a:bodyPr>
            <a:norm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ENERGY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PIEZO ELECTRIC SENSORS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 AND CONS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22880E-D906-DE41-0A70-73E42B5CE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1178932"/>
            <a:ext cx="3874168" cy="37018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265500" y="316700"/>
            <a:ext cx="3634200" cy="83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9699" y="796735"/>
            <a:ext cx="4618659" cy="37683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762F11D-D138-B28F-CC75-6697890EE372}"/>
              </a:ext>
            </a:extLst>
          </p:cNvPr>
          <p:cNvSpPr txBox="1"/>
          <p:nvPr/>
        </p:nvSpPr>
        <p:spPr>
          <a:xfrm>
            <a:off x="453762" y="1498791"/>
            <a:ext cx="302508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Generating electrical energy power as non conventional method by simply walking on it.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/>
        </p:nvSpPr>
        <p:spPr>
          <a:xfrm>
            <a:off x="-1341100" y="1858113"/>
            <a:ext cx="471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endParaRPr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D5E8785A-4CE4-21B4-FD08-71035C9A2D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0888803"/>
              </p:ext>
            </p:extLst>
          </p:nvPr>
        </p:nvGraphicFramePr>
        <p:xfrm>
          <a:off x="1682129" y="1251284"/>
          <a:ext cx="5997456" cy="3414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xmlns="" id="{DE69CD98-5EF4-B54A-D6DC-929EA39F2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ENERGY SOURCE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xfrm>
            <a:off x="601670" y="433880"/>
            <a:ext cx="6260905" cy="572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ct val="100000"/>
              <a:buFont typeface="Calibri"/>
              <a:buNone/>
            </a:pPr>
            <a:r>
              <a:rPr lang="en"/>
              <a:t>PEIZO-ELECTRIC SENSORS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body" idx="1"/>
          </p:nvPr>
        </p:nvSpPr>
        <p:spPr>
          <a:xfrm>
            <a:off x="601673" y="1044700"/>
            <a:ext cx="4101300" cy="3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1950" algn="l" rtl="0">
              <a:spcBef>
                <a:spcPts val="560"/>
              </a:spcBef>
              <a:spcAft>
                <a:spcPts val="0"/>
              </a:spcAft>
              <a:buSzPts val="2100"/>
              <a:buChar char="❏"/>
            </a:pPr>
            <a:r>
              <a:rPr lang="en" sz="2100" dirty="0"/>
              <a:t>A sensor which works on the principle of piezoelectricity is known as a piezoelectric sensor.</a:t>
            </a:r>
            <a:endParaRPr sz="2100" dirty="0"/>
          </a:p>
        </p:txBody>
      </p:sp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214" y="2483300"/>
            <a:ext cx="4350325" cy="26057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0328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448965" y="433880"/>
            <a:ext cx="8246070" cy="61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" b="1"/>
              <a:t>BLOCK DIAGRAM</a:t>
            </a:r>
            <a:endParaRPr b="1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xmlns="" id="{764C973C-B98B-71D2-3F9C-767DA4F52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783" y="1058451"/>
            <a:ext cx="7528330" cy="40291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975" y="1046125"/>
            <a:ext cx="6674875" cy="362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4"/>
          <p:cNvSpPr txBox="1"/>
          <p:nvPr/>
        </p:nvSpPr>
        <p:spPr>
          <a:xfrm>
            <a:off x="297975" y="349800"/>
            <a:ext cx="6465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Times New Roman"/>
                <a:ea typeface="Times New Roman"/>
                <a:cs typeface="Times New Roman"/>
                <a:sym typeface="Times New Roman"/>
              </a:rPr>
              <a:t>WORKING 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b="1"/>
              <a:t>APPLICATION</a:t>
            </a:r>
            <a:endParaRPr b="1"/>
          </a:p>
        </p:txBody>
      </p:sp>
      <p:pic>
        <p:nvPicPr>
          <p:cNvPr id="265" name="Google Shape;2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418" y="1188332"/>
            <a:ext cx="2623678" cy="160911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6"/>
          <p:cNvSpPr txBox="1"/>
          <p:nvPr/>
        </p:nvSpPr>
        <p:spPr>
          <a:xfrm>
            <a:off x="2968100" y="1188325"/>
            <a:ext cx="198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RAILWAY STATION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6"/>
          <p:cNvSpPr txBox="1"/>
          <p:nvPr/>
        </p:nvSpPr>
        <p:spPr>
          <a:xfrm>
            <a:off x="5826750" y="2202450"/>
            <a:ext cx="198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DANCING FLOORS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8225850" y="3074775"/>
            <a:ext cx="1115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RURAL AREAS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26739" y="3202844"/>
            <a:ext cx="2366875" cy="1577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2789" y="2357175"/>
            <a:ext cx="3013960" cy="15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>
            <a:spLocks noGrp="1"/>
          </p:cNvSpPr>
          <p:nvPr>
            <p:ph type="title"/>
          </p:nvPr>
        </p:nvSpPr>
        <p:spPr>
          <a:xfrm>
            <a:off x="448964" y="281175"/>
            <a:ext cx="8246071" cy="61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en" sz="2400" b="1"/>
              <a:t>PRO`S AND CON`S</a:t>
            </a:r>
            <a:endParaRPr sz="2400" b="1"/>
          </a:p>
        </p:txBody>
      </p:sp>
      <p:sp>
        <p:nvSpPr>
          <p:cNvPr id="277" name="Google Shape;277;p37"/>
          <p:cNvSpPr txBox="1">
            <a:spLocks noGrp="1"/>
          </p:cNvSpPr>
          <p:nvPr>
            <p:ph type="body" idx="1"/>
          </p:nvPr>
        </p:nvSpPr>
        <p:spPr>
          <a:xfrm>
            <a:off x="492929" y="1334390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"/>
              <a:t>PRO`S</a:t>
            </a:r>
            <a:endParaRPr/>
          </a:p>
        </p:txBody>
      </p:sp>
      <p:sp>
        <p:nvSpPr>
          <p:cNvPr id="278" name="Google Shape;278;p37"/>
          <p:cNvSpPr txBox="1">
            <a:spLocks noGrp="1"/>
          </p:cNvSpPr>
          <p:nvPr>
            <p:ph type="body" idx="2"/>
          </p:nvPr>
        </p:nvSpPr>
        <p:spPr>
          <a:xfrm>
            <a:off x="448964" y="1934335"/>
            <a:ext cx="4128103" cy="2137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b="1" dirty="0"/>
              <a:t>RELIABLE.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b="1" dirty="0"/>
              <a:t>ECO-FRIENDLY.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b="1" dirty="0"/>
              <a:t>ALTERNATE WAY OF POWER GENERATION.</a:t>
            </a:r>
            <a:endParaRPr b="1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endParaRPr b="1" dirty="0"/>
          </a:p>
        </p:txBody>
      </p:sp>
      <p:sp>
        <p:nvSpPr>
          <p:cNvPr id="279" name="Google Shape;279;p37"/>
          <p:cNvSpPr txBox="1">
            <a:spLocks noGrp="1"/>
          </p:cNvSpPr>
          <p:nvPr>
            <p:ph type="body" idx="3"/>
          </p:nvPr>
        </p:nvSpPr>
        <p:spPr>
          <a:xfrm>
            <a:off x="4577075" y="1334340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"/>
              <a:t>CON`S</a:t>
            </a:r>
            <a:endParaRPr/>
          </a:p>
        </p:txBody>
      </p:sp>
      <p:sp>
        <p:nvSpPr>
          <p:cNvPr id="280" name="Google Shape;280;p37"/>
          <p:cNvSpPr txBox="1">
            <a:spLocks noGrp="1"/>
          </p:cNvSpPr>
          <p:nvPr>
            <p:ph type="body" idx="4"/>
          </p:nvPr>
        </p:nvSpPr>
        <p:spPr>
          <a:xfrm>
            <a:off x="4572000" y="1934335"/>
            <a:ext cx="4041775" cy="2137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200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b="1" dirty="0"/>
              <a:t> INITIAL COST IS TOO HIGH.</a:t>
            </a:r>
            <a:endParaRPr dirty="0"/>
          </a:p>
          <a:p>
            <a:pPr marL="342900" lvl="0" indent="-32004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b="1" dirty="0"/>
              <a:t>IMPLEMENTATION IS DIFFICULT.</a:t>
            </a:r>
            <a:endParaRPr dirty="0"/>
          </a:p>
          <a:p>
            <a:pPr marL="342900" lvl="0" indent="-32004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b="1" dirty="0"/>
              <a:t>MORE MAINTENANCE.</a:t>
            </a:r>
            <a:endParaRPr b="1" dirty="0"/>
          </a:p>
          <a:p>
            <a:pPr marL="342900" lvl="0" indent="-320040" algn="l" rtl="0">
              <a:spcBef>
                <a:spcPts val="480"/>
              </a:spcBef>
              <a:spcAft>
                <a:spcPts val="0"/>
              </a:spcAft>
              <a:buSzPct val="100000"/>
              <a:buChar char="•"/>
            </a:pPr>
            <a:endParaRPr b="1" dirty="0"/>
          </a:p>
          <a:p>
            <a:pPr marL="342900" lvl="0" indent="-19050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342900" lvl="0" indent="-19050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8B549F09-E60C-7B6F-D763-FD7625FBDA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00" t="6161" r="-60" b="27589"/>
          <a:stretch/>
        </p:blipFill>
        <p:spPr>
          <a:xfrm>
            <a:off x="5697215" y="3524282"/>
            <a:ext cx="1791343" cy="1590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584DE3F-7E76-8652-08D3-22B811722C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61" r="49444" b="27589"/>
          <a:stretch/>
        </p:blipFill>
        <p:spPr>
          <a:xfrm>
            <a:off x="1211671" y="3524282"/>
            <a:ext cx="1791343" cy="15902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>
            <a:spLocks noGrp="1"/>
          </p:cNvSpPr>
          <p:nvPr>
            <p:ph type="title"/>
          </p:nvPr>
        </p:nvSpPr>
        <p:spPr>
          <a:xfrm>
            <a:off x="448965" y="433880"/>
            <a:ext cx="8246070" cy="61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" b="1"/>
              <a:t>CONCLUSION</a:t>
            </a:r>
            <a:endParaRPr b="1"/>
          </a:p>
        </p:txBody>
      </p:sp>
      <p:sp>
        <p:nvSpPr>
          <p:cNvPr id="286" name="Google Shape;286;p38"/>
          <p:cNvSpPr txBox="1">
            <a:spLocks noGrp="1"/>
          </p:cNvSpPr>
          <p:nvPr>
            <p:ph type="body" idx="1"/>
          </p:nvPr>
        </p:nvSpPr>
        <p:spPr>
          <a:xfrm>
            <a:off x="448972" y="1350100"/>
            <a:ext cx="3889272" cy="335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FOOTSTEP POWER GENERATION IS AN ECONOMICALLY, AFFORDABLE ENERGY SOLUTION TO COMMON PEOPLE.</a:t>
            </a:r>
          </a:p>
        </p:txBody>
      </p:sp>
      <p:pic>
        <p:nvPicPr>
          <p:cNvPr id="287" name="Google Shape;28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84674"/>
            <a:ext cx="4022875" cy="2884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>
            <a:spLocks noGrp="1"/>
          </p:cNvSpPr>
          <p:nvPr>
            <p:ph type="title"/>
          </p:nvPr>
        </p:nvSpPr>
        <p:spPr>
          <a:xfrm>
            <a:off x="448965" y="433880"/>
            <a:ext cx="8246070" cy="61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"/>
              <a:t>BIBLIOGRAPHY</a:t>
            </a:r>
            <a:endParaRPr/>
          </a:p>
        </p:txBody>
      </p:sp>
      <p:sp>
        <p:nvSpPr>
          <p:cNvPr id="293" name="Google Shape;293;p39"/>
          <p:cNvSpPr txBox="1">
            <a:spLocks noGrp="1"/>
          </p:cNvSpPr>
          <p:nvPr>
            <p:ph type="body" idx="1"/>
          </p:nvPr>
        </p:nvSpPr>
        <p:spPr>
          <a:xfrm>
            <a:off x="448966" y="1350110"/>
            <a:ext cx="8246070" cy="3512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https://aip.scitation.org/doi/abs/10.1063/1.5118105</a:t>
            </a: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 u="sng">
                <a:solidFill>
                  <a:schemeClr val="hlink"/>
                </a:solidFill>
                <a:hlinkClick r:id="rId4"/>
              </a:rPr>
              <a:t>https://www.ijraset.com/research-paper/footstep-power-generation-using-piezoelectric-sensor</a:t>
            </a: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https://www.smart-energy.com/industry-sectors/new-technology/energy-generated-from-footsteps-can-power-indias-green-revolution-study/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155</Words>
  <Application>Microsoft Office PowerPoint</Application>
  <PresentationFormat>On-screen Show (16:9)</PresentationFormat>
  <Paragraphs>49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Times New Roman</vt:lpstr>
      <vt:lpstr>Oswald</vt:lpstr>
      <vt:lpstr>Merriweather</vt:lpstr>
      <vt:lpstr>Calibri</vt:lpstr>
      <vt:lpstr>Simple Light</vt:lpstr>
      <vt:lpstr>Office Theme</vt:lpstr>
      <vt:lpstr>GROUP 1</vt:lpstr>
      <vt:lpstr>PowerPoint Presentation</vt:lpstr>
      <vt:lpstr>CONTENTS</vt:lpstr>
      <vt:lpstr>INTRODUCTION</vt:lpstr>
      <vt:lpstr>TYPES OF ENERGY SOURCE</vt:lpstr>
      <vt:lpstr>PEIZO-ELECTRIC SENSORS</vt:lpstr>
      <vt:lpstr>BLOCK DIAGRAM</vt:lpstr>
      <vt:lpstr>PowerPoint Presentation</vt:lpstr>
      <vt:lpstr>APPLICATION</vt:lpstr>
      <vt:lpstr>PRO`S AND CON`S</vt:lpstr>
      <vt:lpstr>CONCLUSION</vt:lpstr>
      <vt:lpstr>BIBLIOGRAPHY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1</dc:title>
  <dc:creator>Akshay Mhatre</dc:creator>
  <cp:lastModifiedBy>HP Inc.</cp:lastModifiedBy>
  <cp:revision>4</cp:revision>
  <dcterms:modified xsi:type="dcterms:W3CDTF">2022-12-25T19:54:27Z</dcterms:modified>
</cp:coreProperties>
</file>